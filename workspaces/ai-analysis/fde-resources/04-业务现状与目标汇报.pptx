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393424" cy="0"/>
          </a:xfrm>
          <a:prstGeom prst="line">
            <a:avLst/>
          </a:prstGeom>
          <a:noFill/>
          <a:ln w="7620">
            <a:solidFill>
              <a:srgbClr val="D9E0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55624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星桥生活电商｜智能经营分析工作台一期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655624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FDE流程测试资料（虚构）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68512" y="621792"/>
            <a:ext cx="2834640" cy="5230368"/>
          </a:xfrm>
          <a:prstGeom prst="rect">
            <a:avLst/>
          </a:prstGeom>
          <a:solidFill>
            <a:srgbClr val="214B6A">
              <a:alpha val="90000"/>
            </a:srgbClr>
          </a:solidFill>
          <a:ln w="12700">
            <a:solidFill>
              <a:srgbClr val="214B6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星桥生活电商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49961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经营分析升级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26771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从手工报表到可追溯的智能分析工作台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1280160" cy="0"/>
          </a:xfrm>
          <a:prstGeom prst="line">
            <a:avLst/>
          </a:prstGeom>
          <a:noFill/>
          <a:ln w="50800">
            <a:solidFill>
              <a:srgbClr val="3E87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管理层立项沟通材料｜2026-08-26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40690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目标：让数据更快回答业务问题，同时保留每一个结论的来源和过程。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23960" y="4846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内部讨论稿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49640" y="53583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8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本材料中的公司、人员与数据均为模拟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每天的经营答案，要先穿过一条手工数据链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18688" y="3054096"/>
            <a:ext cx="219456" cy="420624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07:30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24871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67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多系统导出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2926080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OMS、WMS、CRM、售后与目标表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53328" y="3054096"/>
            <a:ext cx="219456" cy="420624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481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08:30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93008" y="1965960"/>
            <a:ext cx="24871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267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人工拼接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93008" y="2926080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关联订单、履约、商品与会员字段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87968" y="3054096"/>
            <a:ext cx="219456" cy="420624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481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09:30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27648" y="1965960"/>
            <a:ext cx="24871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267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口径核对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27648" y="2926080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检查渠道映射、退款与承诺时效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62288" y="14813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10:30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62288" y="1965960"/>
            <a:ext cx="2487168" cy="0"/>
          </a:xfrm>
          <a:prstGeom prst="line">
            <a:avLst/>
          </a:prstGeom>
          <a:noFill/>
          <a:ln w="381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2267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报表发布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62288" y="2926080"/>
            <a:ext cx="2487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复制图表、补充说明、群内发送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" y="46451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547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任何一步出错，后续数字都可能被重新解释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694944" y="5358384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230368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文件版本和个人路径不一致，复核经常从头开始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4944" y="5779008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650992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SQL、图表与报告分散，人员休假时难以交接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94944" y="6199632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6071616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临时问题仍需另起一次完整取数和分析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问题不在于没有报表，而在于回答成本持续上升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2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395728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分钟/天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72491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经营日报平均整理时间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3649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活动日常延长到半天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33088" y="1572768"/>
            <a:ext cx="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5696" y="157276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163056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个区域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5696" y="272491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一份日报固定维护内容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25696" y="33649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多数仍由复制粘贴完成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00416" y="1572768"/>
            <a:ext cx="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57276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930384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套口径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3024" y="272491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GMV、退款与复购常见版本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93024" y="33649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会议前经常先对数再讨论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4343400"/>
            <a:ext cx="1080820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754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当业务追问“为什么”时，分析师往往需要重新取数、重新写 SQL、重新制作图表。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" y="54406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一次临时分析通常需要 0.5～2 个工作日；过程保存在个人目录，无法稳定复用。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一期先把四个关键环节放进同一个项目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2487168" cy="0"/>
          </a:xfrm>
          <a:prstGeom prst="line">
            <a:avLst/>
          </a:prstGeom>
          <a:noFill/>
          <a:ln w="38100">
            <a:solidFill>
              <a:srgbClr val="3E87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128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统一接入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CSV、Excel、SQLite 与 MySQL 只读数据源；展示字段画像和来源变化。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93008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93008" y="1938528"/>
            <a:ext cx="24871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2128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可信分析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93008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自然语言、SQL、图表和数据片段相互关联；结果可以回到原始依据。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5936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45936" y="1938528"/>
            <a:ext cx="24871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2128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可复现建模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345936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显式记录训练数据、特征、参数、指标、模型文件和逐行预测。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98864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98864" y="1938528"/>
            <a:ext cx="24871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221284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版本化报告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198864" y="2880360"/>
            <a:ext cx="248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报告引用已保存产物；每次编辑和恢复都形成新版本。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512064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47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首期不做：生产库写回、自动营销触达、全公司审批流和复杂移动端。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8368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先让 3 名分析师完成真实闭环，再决定是否扩展到更多业务人员。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产品价值要由真实经营问题验证，而不是由功能数量证明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3990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经营概览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474720" y="13990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昨日 GMV 为什么变化？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59168" y="1399032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按渠道、区域、品类拆解，并保留所用数据和查询。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898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履约异常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华南仓延迟来自哪里？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059168" y="2880360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定位仓库、承运商、地区和 SKU，同时可回看订单明细。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950208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3799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616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客户增长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474720" y="4361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哪些首购客户更可能复购？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059168" y="4361688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形成可解释的模型、指标和人工复核名单，不自动触达。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5431536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7424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共同要求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567842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每个结论都要说明“用了什么数据、做了什么处理、为什么这样判断”。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现有数据足以启动，但口径和安全规则仍未齐全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881360" cy="4041648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2331720"/>
                <a:gridCol w="43434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主要内容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历史规模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当前问题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OMS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订单、支付、渠道、活动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主表 186 万 / 明细 542 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退款状态回写滞后；渠道枚举不统一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WMS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仓库、承运商、承诺/实际送达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179 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节假日与偏远地区规则未结构化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CRM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会员等级、注册、首购、标签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42.3 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含手机号和地址；需先脱敏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售后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退换货、退款、原因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8.2 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一单多售后；原因码存在缺失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商品/目标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SKU、类目、品牌与经营目标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3.6 万 SKU / 月度目标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324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历史类目与目标文件缺少版本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91440" marB="91440" anchor="mid">
                    <a:lnL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70585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首期建议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901952" y="5650992"/>
            <a:ext cx="9464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先用脱敏文件跑通链路；直连 MySQL 是否作为验收前置条件，由 IT 在技术评审中确认。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现有日报能展示结果，但无法承载持续追问</a:t>
            </a:r>
            <a:endParaRPr lang="en-US" sz="3600" dirty="0"/>
          </a:p>
        </p:txBody>
      </p:sp>
      <p:pic>
        <p:nvPicPr>
          <p:cNvPr id="4" name="Image 0" descr="/Users/muyu/MuYuProjectBuild/.tmp-fde-client-materials-20260827.7sFkeI/output/06-现有经营报表截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298448"/>
            <a:ext cx="690372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81728" y="1298448"/>
            <a:ext cx="6903720" cy="43159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417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业务仍需手工完成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76656" y="2121408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993392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区分支付 GMV 与退款后净 GMV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76656" y="2761488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2633472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从渠道继续下钻到区域、仓库和 SKU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76656" y="3401568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273552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解释异常时查看订单明细与查询依据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76656" y="4041648"/>
            <a:ext cx="73152" cy="73152"/>
          </a:xfrm>
          <a:prstGeom prst="ellipse">
            <a:avLst/>
          </a:prstGeom>
          <a:solidFill>
            <a:srgbClr val="3E87B9"/>
          </a:solidFill>
          <a:ln w="12700">
            <a:solidFill>
              <a:srgbClr val="3E87B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913632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把确认后的图表继续用于周报和复盘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4992624"/>
            <a:ext cx="3584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目标不是复制一张更漂亮的大屏，而是让每次追问都能继续工作。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一期成功，首先意味着效率、可信度和可继续工作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日报初稿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40280" y="1389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 分钟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0" y="1426464"/>
            <a:ext cx="347472" cy="274320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371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≤ 30 分钟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99248" y="13716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常规日报保留人工确认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2139696"/>
            <a:ext cx="107167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临时问题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688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0.5～2 天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297680" y="2505456"/>
            <a:ext cx="347472" cy="274320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4505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常见问题 ≤ 30 分钟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99248" y="2450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复杂问题不承诺秒级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3218688"/>
            <a:ext cx="107167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47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分析复现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40280" y="35478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依赖个人目录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297680" y="3584448"/>
            <a:ext cx="347472" cy="274320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5295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关键结论可追溯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99248" y="35295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数据、SQL、图表、模型和报告关联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" y="4297680"/>
            <a:ext cx="107167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626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模型基线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240280" y="46268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零散 Notebook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297680" y="4663440"/>
            <a:ext cx="347472" cy="274320"/>
          </a:xfrm>
          <a:prstGeom prst="chevron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46085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一套可复现复购模型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99248" y="4608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评价指标和阈值仍需确认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" y="5376672"/>
            <a:ext cx="10716768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68756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47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模型验收提醒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331720" y="5623560"/>
            <a:ext cx="8915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“准确率不低于 80%”不是最终标准；需结合 AUC、召回率、F1 和业务误报成本。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六周可以形成试运行，但国庆节点只能按演示目标理解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10241280" cy="0"/>
          </a:xfrm>
          <a:prstGeom prst="line">
            <a:avLst/>
          </a:prstGeom>
          <a:noFill/>
          <a:ln w="25400">
            <a:solidFill>
              <a:srgbClr val="D9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761488"/>
            <a:ext cx="237744" cy="237744"/>
          </a:xfrm>
          <a:prstGeom prst="ellipse">
            <a:avLst/>
          </a:prstGeom>
          <a:solidFill>
            <a:srgbClr val="3E87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762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" y="318211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需求与数据盘点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" y="3913632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冻结指标、数据和安全问题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01568" y="2761488"/>
            <a:ext cx="237744" cy="23774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1762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24912" y="318211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原型与技术验证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33472" y="3913632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跑通文件数据和典型分析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61888" y="2761488"/>
            <a:ext cx="237744" cy="237744"/>
          </a:xfrm>
          <a:prstGeom prst="ellipse">
            <a:avLst/>
          </a:prstGeom>
          <a:solidFill>
            <a:srgbClr val="3E87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1762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85232" y="318211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核心功能实现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93792" y="3913632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查询、图表、模型和报告闭环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22208" y="2761488"/>
            <a:ext cx="237744" cy="237744"/>
          </a:xfrm>
          <a:prstGeom prst="ellipse">
            <a:avLst/>
          </a:prstGeom>
          <a:solidFill>
            <a:srgbClr val="3E87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762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10/16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45552" y="318211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人试运行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54112" y="3913632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真实问题验证与问题修正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082528" y="2761488"/>
            <a:ext cx="237744" cy="237744"/>
          </a:xfrm>
          <a:prstGeom prst="ellipse">
            <a:avLst/>
          </a:prstGeom>
          <a:solidFill>
            <a:srgbClr val="3E87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0" y="21762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10/30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05872" y="318211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验收与移交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314432" y="3913632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部署、培训、文档和验收记录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670048" y="5138928"/>
            <a:ext cx="6812280" cy="640080"/>
          </a:xfrm>
          <a:prstGeom prst="rect">
            <a:avLst/>
          </a:prstGeom>
          <a:solidFill>
            <a:srgbClr val="FFF4E8"/>
          </a:solidFill>
          <a:ln w="12700">
            <a:solidFill>
              <a:srgbClr val="EDC3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5285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5A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管理层提出“国庆前可用”；当前建议只承诺演示核心链路，不将其表述为上线或正式验收。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下一步需要决策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启动前必须明确五件事，否则产品范围无法冻结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53312" y="12984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谁先使用？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75888" y="129844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名分析师单机试点，还是约 20 人局域网访问？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53312" y="1947672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4028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3312" y="2212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哪个数字算数？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75888" y="221284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 GMV、净 GMV、30 天/60 天复购率由谁确认？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53312" y="2862072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5468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53312" y="31272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模型能看到什么？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75888" y="312724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云模型、私有模型和字段脱敏的允许范围是什么？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53312" y="3776472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6908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3312" y="4041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模型怎样验收？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75888" y="404164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准确率、AUC、召回率、F1 与业务误报成本如何组合？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53312" y="4690872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8348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7B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53312" y="49560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国庆节点叫什么？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75888" y="495604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演示、试运行、上线和正式验收必须使用不同定义。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53312" y="5605272"/>
            <a:ext cx="99669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08076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7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建议在项目启动会上逐项形成责任人、确认日期和书面结论。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星桥生活电商有限公司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星桥生活电商有限公司｜智能经营分析工作台一期业务现状与目标汇报</dc:title>
  <dc:subject>客户原始需求测试资料</dc:subject>
  <dc:creator>星桥生活电商项目组（模拟）</dc:creator>
  <cp:lastModifiedBy>星桥生活电商项目组（模拟）</cp:lastModifiedBy>
  <cp:revision>1</cp:revision>
  <dcterms:created xsi:type="dcterms:W3CDTF">2026-08-27T03:07:02Z</dcterms:created>
  <dcterms:modified xsi:type="dcterms:W3CDTF">2026-08-27T03:07:02Z</dcterms:modified>
</cp:coreProperties>
</file>